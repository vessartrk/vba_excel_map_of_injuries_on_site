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620502-5F3E-4ACD-BFA8-FCB304FB8580}" v="10" dt="2025-02-20T10:53:52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Vessa" userId="b61dc382-5460-4e79-acf1-3b032c616e27" providerId="ADAL" clId="{8C620502-5F3E-4ACD-BFA8-FCB304FB8580}"/>
    <pc:docChg chg="undo custSel addSld modSld">
      <pc:chgData name="Michael Vessa" userId="b61dc382-5460-4e79-acf1-3b032c616e27" providerId="ADAL" clId="{8C620502-5F3E-4ACD-BFA8-FCB304FB8580}" dt="2025-02-20T10:55:51.384" v="701" actId="1076"/>
      <pc:docMkLst>
        <pc:docMk/>
      </pc:docMkLst>
      <pc:sldChg chg="addSp delSp modSp new mod">
        <pc:chgData name="Michael Vessa" userId="b61dc382-5460-4e79-acf1-3b032c616e27" providerId="ADAL" clId="{8C620502-5F3E-4ACD-BFA8-FCB304FB8580}" dt="2025-02-20T10:55:42.242" v="700" actId="1076"/>
        <pc:sldMkLst>
          <pc:docMk/>
          <pc:sldMk cId="1604772183" sldId="256"/>
        </pc:sldMkLst>
        <pc:spChg chg="del">
          <ac:chgData name="Michael Vessa" userId="b61dc382-5460-4e79-acf1-3b032c616e27" providerId="ADAL" clId="{8C620502-5F3E-4ACD-BFA8-FCB304FB8580}" dt="2025-02-20T10:44:24.241" v="1" actId="478"/>
          <ac:spMkLst>
            <pc:docMk/>
            <pc:sldMk cId="1604772183" sldId="256"/>
            <ac:spMk id="2" creationId="{DA60A566-A7CF-97C4-5AD2-18E731ED4A50}"/>
          </ac:spMkLst>
        </pc:spChg>
        <pc:spChg chg="del">
          <ac:chgData name="Michael Vessa" userId="b61dc382-5460-4e79-acf1-3b032c616e27" providerId="ADAL" clId="{8C620502-5F3E-4ACD-BFA8-FCB304FB8580}" dt="2025-02-20T10:44:25.231" v="2" actId="478"/>
          <ac:spMkLst>
            <pc:docMk/>
            <pc:sldMk cId="1604772183" sldId="256"/>
            <ac:spMk id="3" creationId="{F456DF69-F402-A32C-8A86-57CFA837D7ED}"/>
          </ac:spMkLst>
        </pc:spChg>
        <pc:spChg chg="add mod">
          <ac:chgData name="Michael Vessa" userId="b61dc382-5460-4e79-acf1-3b032c616e27" providerId="ADAL" clId="{8C620502-5F3E-4ACD-BFA8-FCB304FB8580}" dt="2025-02-20T10:55:42.242" v="700" actId="1076"/>
          <ac:spMkLst>
            <pc:docMk/>
            <pc:sldMk cId="1604772183" sldId="256"/>
            <ac:spMk id="4" creationId="{F247F564-DCCA-E077-9B84-658D5168D104}"/>
          </ac:spMkLst>
        </pc:spChg>
        <pc:spChg chg="add mod">
          <ac:chgData name="Michael Vessa" userId="b61dc382-5460-4e79-acf1-3b032c616e27" providerId="ADAL" clId="{8C620502-5F3E-4ACD-BFA8-FCB304FB8580}" dt="2025-02-20T10:55:38.497" v="699" actId="1076"/>
          <ac:spMkLst>
            <pc:docMk/>
            <pc:sldMk cId="1604772183" sldId="256"/>
            <ac:spMk id="7" creationId="{0EFD289D-7C6C-635D-1C36-B93DC5BE9E3E}"/>
          </ac:spMkLst>
        </pc:spChg>
        <pc:spChg chg="add mod">
          <ac:chgData name="Michael Vessa" userId="b61dc382-5460-4e79-acf1-3b032c616e27" providerId="ADAL" clId="{8C620502-5F3E-4ACD-BFA8-FCB304FB8580}" dt="2025-02-20T10:55:38.497" v="699" actId="1076"/>
          <ac:spMkLst>
            <pc:docMk/>
            <pc:sldMk cId="1604772183" sldId="256"/>
            <ac:spMk id="8" creationId="{F33C92E8-AEAF-35D7-122A-901CA3288AF6}"/>
          </ac:spMkLst>
        </pc:spChg>
        <pc:spChg chg="add mod">
          <ac:chgData name="Michael Vessa" userId="b61dc382-5460-4e79-acf1-3b032c616e27" providerId="ADAL" clId="{8C620502-5F3E-4ACD-BFA8-FCB304FB8580}" dt="2025-02-20T10:55:38.497" v="699" actId="1076"/>
          <ac:spMkLst>
            <pc:docMk/>
            <pc:sldMk cId="1604772183" sldId="256"/>
            <ac:spMk id="9" creationId="{F2D31687-5301-6220-8CF2-FDDC9E860EC8}"/>
          </ac:spMkLst>
        </pc:spChg>
        <pc:spChg chg="add mod">
          <ac:chgData name="Michael Vessa" userId="b61dc382-5460-4e79-acf1-3b032c616e27" providerId="ADAL" clId="{8C620502-5F3E-4ACD-BFA8-FCB304FB8580}" dt="2025-02-20T10:55:38.497" v="699" actId="1076"/>
          <ac:spMkLst>
            <pc:docMk/>
            <pc:sldMk cId="1604772183" sldId="256"/>
            <ac:spMk id="10" creationId="{1FED27A1-7F39-4510-C017-B387D3B92A1F}"/>
          </ac:spMkLst>
        </pc:spChg>
        <pc:spChg chg="add mod">
          <ac:chgData name="Michael Vessa" userId="b61dc382-5460-4e79-acf1-3b032c616e27" providerId="ADAL" clId="{8C620502-5F3E-4ACD-BFA8-FCB304FB8580}" dt="2025-02-20T10:53:34.148" v="683" actId="1076"/>
          <ac:spMkLst>
            <pc:docMk/>
            <pc:sldMk cId="1604772183" sldId="256"/>
            <ac:spMk id="11" creationId="{FAF4EB64-C769-86DC-E4E0-73A1AF9FC969}"/>
          </ac:spMkLst>
        </pc:spChg>
        <pc:picChg chg="add del mod">
          <ac:chgData name="Michael Vessa" userId="b61dc382-5460-4e79-acf1-3b032c616e27" providerId="ADAL" clId="{8C620502-5F3E-4ACD-BFA8-FCB304FB8580}" dt="2025-02-20T10:55:06.973" v="692" actId="478"/>
          <ac:picMkLst>
            <pc:docMk/>
            <pc:sldMk cId="1604772183" sldId="256"/>
            <ac:picMk id="6" creationId="{28CB27AC-901C-A22F-C26C-AAED49571F47}"/>
          </ac:picMkLst>
        </pc:picChg>
        <pc:picChg chg="add del mod">
          <ac:chgData name="Michael Vessa" userId="b61dc382-5460-4e79-acf1-3b032c616e27" providerId="ADAL" clId="{8C620502-5F3E-4ACD-BFA8-FCB304FB8580}" dt="2025-02-20T10:53:13.484" v="680" actId="478"/>
          <ac:picMkLst>
            <pc:docMk/>
            <pc:sldMk cId="1604772183" sldId="256"/>
            <ac:picMk id="13" creationId="{49045FF0-CF2C-70A0-DE35-465D2BB19456}"/>
          </ac:picMkLst>
        </pc:picChg>
        <pc:picChg chg="add mod">
          <ac:chgData name="Michael Vessa" userId="b61dc382-5460-4e79-acf1-3b032c616e27" providerId="ADAL" clId="{8C620502-5F3E-4ACD-BFA8-FCB304FB8580}" dt="2025-02-20T10:55:38.497" v="699" actId="1076"/>
          <ac:picMkLst>
            <pc:docMk/>
            <pc:sldMk cId="1604772183" sldId="256"/>
            <ac:picMk id="15" creationId="{13F837CF-F960-5D6F-CF99-A213F80C0237}"/>
          </ac:picMkLst>
        </pc:picChg>
        <pc:picChg chg="add mod">
          <ac:chgData name="Michael Vessa" userId="b61dc382-5460-4e79-acf1-3b032c616e27" providerId="ADAL" clId="{8C620502-5F3E-4ACD-BFA8-FCB304FB8580}" dt="2025-02-20T10:55:38.497" v="699" actId="1076"/>
          <ac:picMkLst>
            <pc:docMk/>
            <pc:sldMk cId="1604772183" sldId="256"/>
            <ac:picMk id="17" creationId="{87BB3A67-F818-1424-6C0B-0A11A14410B7}"/>
          </ac:picMkLst>
        </pc:picChg>
      </pc:sldChg>
      <pc:sldChg chg="addSp delSp modSp new mod">
        <pc:chgData name="Michael Vessa" userId="b61dc382-5460-4e79-acf1-3b032c616e27" providerId="ADAL" clId="{8C620502-5F3E-4ACD-BFA8-FCB304FB8580}" dt="2025-02-20T10:55:51.384" v="701" actId="1076"/>
        <pc:sldMkLst>
          <pc:docMk/>
          <pc:sldMk cId="659988875" sldId="257"/>
        </pc:sldMkLst>
        <pc:spChg chg="del">
          <ac:chgData name="Michael Vessa" userId="b61dc382-5460-4e79-acf1-3b032c616e27" providerId="ADAL" clId="{8C620502-5F3E-4ACD-BFA8-FCB304FB8580}" dt="2025-02-20T10:53:45.634" v="686" actId="478"/>
          <ac:spMkLst>
            <pc:docMk/>
            <pc:sldMk cId="659988875" sldId="257"/>
            <ac:spMk id="2" creationId="{7BAEE965-A4D9-E5A2-18F3-3C03ACC3002E}"/>
          </ac:spMkLst>
        </pc:spChg>
        <pc:spChg chg="del">
          <ac:chgData name="Michael Vessa" userId="b61dc382-5460-4e79-acf1-3b032c616e27" providerId="ADAL" clId="{8C620502-5F3E-4ACD-BFA8-FCB304FB8580}" dt="2025-02-20T10:53:44.478" v="685" actId="478"/>
          <ac:spMkLst>
            <pc:docMk/>
            <pc:sldMk cId="659988875" sldId="257"/>
            <ac:spMk id="3" creationId="{E0D01BCE-A7A3-4F72-6920-22C54830E6DA}"/>
          </ac:spMkLst>
        </pc:spChg>
        <pc:spChg chg="add mod">
          <ac:chgData name="Michael Vessa" userId="b61dc382-5460-4e79-acf1-3b032c616e27" providerId="ADAL" clId="{8C620502-5F3E-4ACD-BFA8-FCB304FB8580}" dt="2025-02-20T10:55:51.384" v="701" actId="1076"/>
          <ac:spMkLst>
            <pc:docMk/>
            <pc:sldMk cId="659988875" sldId="257"/>
            <ac:spMk id="4" creationId="{A9690B40-D613-F129-9C08-8D3B0D18E7F9}"/>
          </ac:spMkLst>
        </pc:spChg>
        <pc:spChg chg="add mod">
          <ac:chgData name="Michael Vessa" userId="b61dc382-5460-4e79-acf1-3b032c616e27" providerId="ADAL" clId="{8C620502-5F3E-4ACD-BFA8-FCB304FB8580}" dt="2025-02-20T10:53:56.128" v="691" actId="20577"/>
          <ac:spMkLst>
            <pc:docMk/>
            <pc:sldMk cId="659988875" sldId="257"/>
            <ac:spMk id="5" creationId="{0160139E-0F41-77F5-F7B7-39C3A93630B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C8395-A1C4-312A-A7B6-CE4A4C94C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4756D-478D-58D6-E02B-43209D5CE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B9B93-024C-06C4-6AD4-B78ECC4CA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EA6F-1C21-4E3E-9C6F-DD6B4BD9F27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69B83-715A-C098-E03C-6672848FA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2E13B-6EE5-7EF2-E961-A2B517102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D947-E50D-481D-9622-EFE716DA1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051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F21B5-B369-3FC4-A150-FF0A2C4BE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09A8D-0779-9F71-B039-DE855651F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97856-7A5B-FBB4-A96A-F71455F2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EA6F-1C21-4E3E-9C6F-DD6B4BD9F27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39CF8-5133-A8C9-3370-A772219A2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9D75C-CAD7-B9EA-AAE7-6628F9834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D947-E50D-481D-9622-EFE716DA1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25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3FCA3-959A-08FF-D37D-C9AD0A3E0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59CE9-A692-A5A5-7E8D-293594C6E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45ACA-B70D-8CE3-ACEE-775242E93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EA6F-1C21-4E3E-9C6F-DD6B4BD9F27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7CB0E-6764-5343-21CD-D8305C660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EE358-1713-42AF-677A-BC3D6DA1D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D947-E50D-481D-9622-EFE716DA1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639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7E20F-E1A8-F048-74B9-4CDBE8054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A7124-85BF-4729-E3B5-5F59C0971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7AA7D-C4C4-5638-71C4-8007000C8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176F2-23E6-5738-3FAD-2E2FCD8F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EA6F-1C21-4E3E-9C6F-DD6B4BD9F27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17CFC-D0F8-1BCD-752D-69A7629D9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A691E-1498-F595-7A9A-F2E9CA853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D947-E50D-481D-9622-EFE716DA1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964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EC4E1-9005-E454-4E73-9CECBDAF1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C2164-47B9-492F-B624-9AEFBA4C5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C76A3A-6B20-AD81-6EBF-CD1916E1E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3FCED3-AF66-87EE-E513-09BD58935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EBEF8D-DA22-9F50-D5CC-86FFC1948E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55BD81-C73E-F8BB-3415-24F98DEAF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EA6F-1C21-4E3E-9C6F-DD6B4BD9F27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24B1D7-F34A-8BA3-8807-6D782F16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232622-BF47-D381-79E6-A152DD68F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D947-E50D-481D-9622-EFE716DA1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9252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F2669-B67D-875E-AEF7-EE3E4675E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2819E-1342-EA38-9CE2-B4B17FE0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EA6F-1C21-4E3E-9C6F-DD6B4BD9F27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BD2C2-13ED-5DC1-D299-ABACCF9A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ECC47-6571-FA97-1870-3E5A1DF3F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D947-E50D-481D-9622-EFE716DA1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32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2A068-E91F-A9C7-95E2-1BE6BFE51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EA6F-1C21-4E3E-9C6F-DD6B4BD9F27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F58BC8-7542-7CB4-69F3-902051BCC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B8CFE-CD3E-0D06-8EAD-17EDC0083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D947-E50D-481D-9622-EFE716DA1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12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3DC0A-6625-1D6B-BEA2-7EC229C25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E54D9-286B-FE77-4A6C-AE144B981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ADC09-96A7-B47B-6834-B247D41E5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F36D7-1B30-84C2-ADB0-81466851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EA6F-1C21-4E3E-9C6F-DD6B4BD9F27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C4C56-BA20-5E5F-663F-EFE901F5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BD577-5A7E-44B9-7A75-D5339DD41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D947-E50D-481D-9622-EFE716DA1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113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CDEEE-E069-9B6A-2533-B31277A1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283C1E-809B-9E25-1F37-EE50774EBD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4C661-5A52-198E-32E4-53A9CF15E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ABC50-98D7-B537-1D93-F7D050FEB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EA6F-1C21-4E3E-9C6F-DD6B4BD9F27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50AD0-3C77-2EBD-E2E9-7D7F85C81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05E0E-E19D-932D-555D-543FAB49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D947-E50D-481D-9622-EFE716DA1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06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4547D-518C-C0E0-053C-D11AB3AC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5C593B-D1B9-0A00-501C-8EDC84C1C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AA6D6-B742-7029-94E1-06FE329BA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EA6F-1C21-4E3E-9C6F-DD6B4BD9F27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08C4A-7254-EFEE-3B20-C33CF9941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95B0D-9ACB-A8D6-5F42-2B05C87CF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D947-E50D-481D-9622-EFE716DA1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734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7B6945-ADCB-785B-2290-B3CB67583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69CA5-B36C-4585-6709-D766C4B65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69D2-EF08-62C6-0FC9-7328E93E4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EA6F-1C21-4E3E-9C6F-DD6B4BD9F27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576E1-994B-8907-CF43-82283F317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6FA22-7A75-6E91-27E3-5A7E7D3D2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D947-E50D-481D-9622-EFE716DA1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05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A028F-CCBA-2486-C7F7-52E03E093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33265-BC27-8282-C12D-C5868AF38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3478C-C79E-3552-5B10-7519BC8AF6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75EA6F-1C21-4E3E-9C6F-DD6B4BD9F27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687C6-0CBA-FF8C-6340-7C04F115D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E6ADC-A4B4-31B0-316F-02695222D5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9BD947-E50D-481D-9622-EFE716DA1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516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47F564-DCCA-E077-9B84-658D5168D104}"/>
              </a:ext>
            </a:extLst>
          </p:cNvPr>
          <p:cNvSpPr/>
          <p:nvPr/>
        </p:nvSpPr>
        <p:spPr>
          <a:xfrm>
            <a:off x="3944740" y="1479"/>
            <a:ext cx="313271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 Assignment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FD289D-7C6C-635D-1C36-B93DC5BE9E3E}"/>
              </a:ext>
            </a:extLst>
          </p:cNvPr>
          <p:cNvSpPr txBox="1"/>
          <p:nvPr/>
        </p:nvSpPr>
        <p:spPr>
          <a:xfrm>
            <a:off x="7077456" y="1278803"/>
            <a:ext cx="46177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Map is divided into 3x sections:</a:t>
            </a:r>
          </a:p>
          <a:p>
            <a:pPr marL="285750" indent="-285750">
              <a:buFontTx/>
              <a:buChar char="-"/>
            </a:pPr>
            <a:r>
              <a:rPr lang="en-GB" dirty="0"/>
              <a:t>Injuries are (small dots), red is needed First Aid, amber is did not required First Aid)</a:t>
            </a:r>
          </a:p>
          <a:p>
            <a:pPr marL="285750" indent="-285750">
              <a:buFontTx/>
              <a:buChar char="-"/>
            </a:pPr>
            <a:r>
              <a:rPr lang="en-GB" dirty="0"/>
              <a:t>With LTI which means needed the absence(Large Dots)</a:t>
            </a:r>
          </a:p>
          <a:p>
            <a:pPr marL="285750" indent="-285750">
              <a:buFontTx/>
              <a:buChar char="-"/>
            </a:pPr>
            <a:r>
              <a:rPr lang="en-GB" dirty="0"/>
              <a:t>Green dots area, for observations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3C92E8-AEAF-35D7-122A-901CA3288AF6}"/>
              </a:ext>
            </a:extLst>
          </p:cNvPr>
          <p:cNvSpPr txBox="1"/>
          <p:nvPr/>
        </p:nvSpPr>
        <p:spPr>
          <a:xfrm>
            <a:off x="758147" y="1915990"/>
            <a:ext cx="2103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Minor and Middle injuries. Small red or amber dots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D31687-5301-6220-8CF2-FDDC9E860EC8}"/>
              </a:ext>
            </a:extLst>
          </p:cNvPr>
          <p:cNvSpPr txBox="1"/>
          <p:nvPr/>
        </p:nvSpPr>
        <p:spPr>
          <a:xfrm>
            <a:off x="758147" y="1195838"/>
            <a:ext cx="2103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Serious Injuries – Large Dots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ED27A1-7F39-4510-C017-B387D3B92A1F}"/>
              </a:ext>
            </a:extLst>
          </p:cNvPr>
          <p:cNvSpPr txBox="1"/>
          <p:nvPr/>
        </p:nvSpPr>
        <p:spPr>
          <a:xfrm>
            <a:off x="810056" y="2986962"/>
            <a:ext cx="2103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Observations – Green dots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F4EB64-C769-86DC-E4E0-73A1AF9FC969}"/>
              </a:ext>
            </a:extLst>
          </p:cNvPr>
          <p:cNvSpPr txBox="1"/>
          <p:nvPr/>
        </p:nvSpPr>
        <p:spPr>
          <a:xfrm>
            <a:off x="7902752" y="4904154"/>
            <a:ext cx="37924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Number of cells determine maximum capacity of objects to be assigned. If more that number of cells, then code should stop generating values</a:t>
            </a:r>
          </a:p>
        </p:txBody>
      </p:sp>
      <p:pic>
        <p:nvPicPr>
          <p:cNvPr id="15" name="Graphic 14" descr="Lights On outline">
            <a:extLst>
              <a:ext uri="{FF2B5EF4-FFF2-40B4-BE49-F238E27FC236}">
                <a16:creationId xmlns:a16="http://schemas.microsoft.com/office/drawing/2014/main" id="{13F837CF-F960-5D6F-CF99-A213F80C0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3048" y="4078224"/>
            <a:ext cx="914400" cy="91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BB3A67-F818-1424-6C0B-0A11A1441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8854" y="839495"/>
            <a:ext cx="3953427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772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be1c10f-8eeb-4f70-80d6-3641560a866f">
      <Terms xmlns="http://schemas.microsoft.com/office/infopath/2007/PartnerControls"/>
    </lcf76f155ced4ddcb4097134ff3c332f>
    <TaxCatchAll xmlns="05b0a430-5a8e-4e32-b7ca-2d9c9935311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255CD417239143A928991743D68F2B" ma:contentTypeVersion="18" ma:contentTypeDescription="Create a new document." ma:contentTypeScope="" ma:versionID="0833fff38a4898bbbc9843a86ced65eb">
  <xsd:schema xmlns:xsd="http://www.w3.org/2001/XMLSchema" xmlns:xs="http://www.w3.org/2001/XMLSchema" xmlns:p="http://schemas.microsoft.com/office/2006/metadata/properties" xmlns:ns2="9be1c10f-8eeb-4f70-80d6-3641560a866f" xmlns:ns3="05b0a430-5a8e-4e32-b7ca-2d9c99353113" targetNamespace="http://schemas.microsoft.com/office/2006/metadata/properties" ma:root="true" ma:fieldsID="0cd9d11b3cb5923c192e5597edac57a9" ns2:_="" ns3:_="">
    <xsd:import namespace="9be1c10f-8eeb-4f70-80d6-3641560a866f"/>
    <xsd:import namespace="05b0a430-5a8e-4e32-b7ca-2d9c993531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1c10f-8eeb-4f70-80d6-3641560a86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ec31677-fd3f-47a9-8323-4ac95b50372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0a430-5a8e-4e32-b7ca-2d9c9935311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0c3ad4b-1cc5-4ffa-900f-d43c72b7cd2a}" ma:internalName="TaxCatchAll" ma:showField="CatchAllData" ma:web="05b0a430-5a8e-4e32-b7ca-2d9c993531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95E117-86DD-4845-A131-BC1AF32CF3A4}">
  <ds:schemaRefs>
    <ds:schemaRef ds:uri="http://schemas.microsoft.com/office/2006/metadata/properties"/>
    <ds:schemaRef ds:uri="http://schemas.microsoft.com/office/infopath/2007/PartnerControls"/>
    <ds:schemaRef ds:uri="9be1c10f-8eeb-4f70-80d6-3641560a866f"/>
    <ds:schemaRef ds:uri="05b0a430-5a8e-4e32-b7ca-2d9c99353113"/>
  </ds:schemaRefs>
</ds:datastoreItem>
</file>

<file path=customXml/itemProps2.xml><?xml version="1.0" encoding="utf-8"?>
<ds:datastoreItem xmlns:ds="http://schemas.openxmlformats.org/officeDocument/2006/customXml" ds:itemID="{B6688F38-5225-4577-BC4E-10D6F9BF1A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367874-A186-482A-BB58-3F2E656B6F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e1c10f-8eeb-4f70-80d6-3641560a866f"/>
    <ds:schemaRef ds:uri="05b0a430-5a8e-4e32-b7ca-2d9c993531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90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Vessa</dc:creator>
  <cp:lastModifiedBy>Michael Vessa</cp:lastModifiedBy>
  <cp:revision>2</cp:revision>
  <dcterms:created xsi:type="dcterms:W3CDTF">2025-02-20T10:44:20Z</dcterms:created>
  <dcterms:modified xsi:type="dcterms:W3CDTF">2026-01-13T20:02:46Z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0x010100D7255CD417239143A928991743D68F2B</vt:lpwstr>
  </property>
</Properties>
</file>